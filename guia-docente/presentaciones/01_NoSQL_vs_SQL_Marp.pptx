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aplicaciones modernas tienen requisitos que las BD relacionales tradicionales no siempre pueden satisfacer eficientemente. Netflix, Uber, Amazon... manejan millones de peticiones por segundo.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rápido de lo que ya conocen. ACID = Atomicidad, Consistencia, Aislamiento, Durabilidad. El esquema fijo significa que hay que definir la estructura antes de insertar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Estructura rígida. Si quisiéramos añadir un campo "teléfono secundario" solo para algunos usuarios, tendríamos que modificar la tabla y muchas filas tendrían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significa que SQL sea malo, sino que hay escenarios donde otras opciones son más adecuadas. SQL sigue siendo excelente para transacciones financieras, inventarios,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nombre puede confundir. No significa "sin SQL" sino "no solo SQL". Muchas aplicaciones modernas usan AMBOS tipos según la necesidad.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Documentos: datos semi-estructurados (JSON)
- Clave-valor: caché, sesiones (muy rápido)
- Columnas: big data, analytics
- Grafos: redes sociales, recomendaciones
Nosotros nos centraremos en DOCUMENTOS con MongoDB.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MongoDB es la 5ª base de datos más popular del mundo (db-engines.com). Usado por empresas como Adobe, eBay, Forbes, Google, Uber...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conceptos se mapean bastante bien. La diferencia principal está en cómo se estructuran los datos dentro de cada "fila" (documento).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en SQL requeriría 3 tablas: usuarios, skills_usuario, direcciones. Aquí todo está junto en un solo documento. BSON = Binary JSON (más eficiente que JSON texto).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MongoDB favorece la desnormalización. Los datos relacionados se guardan juntos. Esto acelera las lecturas pero puede duplicar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SQL, tendríamos que tener columnas telefono y linkedin con NULL para Ana. En MongoDB, simplemente no existen esos campos en su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timestamp permite ordenar por fecha de creación sin un campo extra. El ID de máquina y proceso evitan colisiones en sistemas distribuidos.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sintaxis es diferente pero los conceptos son idénticos. En el proyecto usaremos tanto la API nativa de MongoDB como Spring Data que abstrae estas operaciones.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filtros en MongoDB son documentos JSON. En Java usamos clases helper como Filters para construirlos. Es más verboso pero muy explícito.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clave es elegir la herramienta correcta para cada trabajo. Muchas empresas usan SQL para finanzas y MongoDB para el catálogo de productos en la misma aplicación.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empresas manejan millones de usuarios y peticiones. MongoDB les permite escalar horizontalmente añadiendo más servidores cuando es necesario.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un ganador absoluto. Son herramientas complementarias. Un buen desarrollador sabe cuándo usar cada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Durante las próximas 6 semanas implementaréis métodos en ambos módulos. Esto os dará perspectiva para elegir el enfoque adecuado en proyectos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Discusión abierta 5 minutos. Respuesta ideal:
- MongoDB para catálogo de productos (flexible, escalable)
- SQL para pedidos y pagos (transacciones ACID)
- Posiblemente Redis para carrito de compra (sesiones)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 la parte práctica de la sesión. Verificar que todos tienen el entorno preparado antes de continuar.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MongoDB University tiene cursos gratuitos con certificación. Muy recomendables para profundizar.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Resolver dudas antes de pasar a la práctica. Si no hay preguntas, continuar con la puesta en marcha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**NoSQL vs SQL**</dc:title>
  <dc:subject>PptxGenJS Presentation</dc:subject>
  <dc:creator>Created by Marp</dc:creator>
  <cp:lastModifiedBy>Created by Marp</cp:lastModifiedBy>
  <cp:revision>1</cp:revision>
  <dcterms:created xsi:type="dcterms:W3CDTF">2026-01-11T11:13:27Z</dcterms:created>
  <dcterms:modified xsi:type="dcterms:W3CDTF">2026-01-11T11:13:27Z</dcterms:modified>
</cp:coreProperties>
</file>